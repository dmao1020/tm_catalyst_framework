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>
      <p:cViewPr varScale="1">
        <p:scale>
          <a:sx n="217" d="100"/>
          <a:sy n="217" d="100"/>
        </p:scale>
        <p:origin x="1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4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4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9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7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4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5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6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2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7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4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1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B11DC-F715-E742-B978-FC99484EA32D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11450-1D22-C649-898D-A8DED226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1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473013-3937-D78E-BF84-A673301F1595}"/>
              </a:ext>
            </a:extLst>
          </p:cNvPr>
          <p:cNvSpPr txBox="1"/>
          <p:nvPr/>
        </p:nvSpPr>
        <p:spPr>
          <a:xfrm>
            <a:off x="564149" y="322186"/>
            <a:ext cx="24721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Octahedral isomer 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A37D5E-1ED9-0A4A-B834-6D08F2E0BA4D}"/>
              </a:ext>
            </a:extLst>
          </p:cNvPr>
          <p:cNvGrpSpPr/>
          <p:nvPr/>
        </p:nvGrpSpPr>
        <p:grpSpPr>
          <a:xfrm>
            <a:off x="573695" y="891490"/>
            <a:ext cx="2453068" cy="2002505"/>
            <a:chOff x="283443" y="974582"/>
            <a:chExt cx="2453068" cy="200250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7F7976-29F4-3C39-BFAA-3CC6379F637E}"/>
                </a:ext>
              </a:extLst>
            </p:cNvPr>
            <p:cNvSpPr/>
            <p:nvPr/>
          </p:nvSpPr>
          <p:spPr>
            <a:xfrm>
              <a:off x="704984" y="2269757"/>
              <a:ext cx="220940" cy="21705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13B0A2-A56F-1945-71C7-99EDFF4DBD0F}"/>
                </a:ext>
              </a:extLst>
            </p:cNvPr>
            <p:cNvSpPr/>
            <p:nvPr/>
          </p:nvSpPr>
          <p:spPr>
            <a:xfrm>
              <a:off x="2068323" y="1533538"/>
              <a:ext cx="220939" cy="236815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E4B307-7801-F6A5-D657-6DF52E071E3A}"/>
                </a:ext>
              </a:extLst>
            </p:cNvPr>
            <p:cNvSpPr/>
            <p:nvPr/>
          </p:nvSpPr>
          <p:spPr>
            <a:xfrm>
              <a:off x="2091282" y="2254272"/>
              <a:ext cx="220939" cy="263409"/>
            </a:xfrm>
            <a:prstGeom prst="rect">
              <a:avLst/>
            </a:prstGeom>
            <a:solidFill>
              <a:srgbClr val="FFFF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9613D5-9BFE-A58D-5F5D-AC8BACE03FBB}"/>
                </a:ext>
              </a:extLst>
            </p:cNvPr>
            <p:cNvSpPr/>
            <p:nvPr/>
          </p:nvSpPr>
          <p:spPr>
            <a:xfrm>
              <a:off x="700392" y="1485892"/>
              <a:ext cx="207164" cy="2368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4A7A43-B14A-2521-D2B4-ABDE33415DCC}"/>
                </a:ext>
              </a:extLst>
            </p:cNvPr>
            <p:cNvSpPr/>
            <p:nvPr/>
          </p:nvSpPr>
          <p:spPr>
            <a:xfrm>
              <a:off x="1340961" y="974582"/>
              <a:ext cx="718461" cy="313419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D1C1C0-A1FC-2B22-7959-482076877E80}"/>
                </a:ext>
              </a:extLst>
            </p:cNvPr>
            <p:cNvSpPr/>
            <p:nvPr/>
          </p:nvSpPr>
          <p:spPr>
            <a:xfrm>
              <a:off x="1357720" y="2620788"/>
              <a:ext cx="701702" cy="348603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CA07B2E-06EE-6098-C433-18114B7DC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443" y="974582"/>
              <a:ext cx="2453068" cy="20025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8045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ymaoai@student.ubc.ca</dc:creator>
  <cp:lastModifiedBy>ymaoai@student.ubc.ca</cp:lastModifiedBy>
  <cp:revision>1</cp:revision>
  <dcterms:created xsi:type="dcterms:W3CDTF">2025-11-25T01:11:16Z</dcterms:created>
  <dcterms:modified xsi:type="dcterms:W3CDTF">2025-11-25T01:12:27Z</dcterms:modified>
</cp:coreProperties>
</file>